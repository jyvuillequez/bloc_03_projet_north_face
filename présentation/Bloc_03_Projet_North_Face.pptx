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12"/>
  </p:notesMasterIdLst>
  <p:sldIdLst>
    <p:sldId id="256" r:id="rId3"/>
    <p:sldId id="272" r:id="rId4"/>
    <p:sldId id="278" r:id="rId5"/>
    <p:sldId id="276" r:id="rId6"/>
    <p:sldId id="273" r:id="rId7"/>
    <p:sldId id="274" r:id="rId8"/>
    <p:sldId id="275" r:id="rId9"/>
    <p:sldId id="277" r:id="rId10"/>
    <p:sldId id="271" r:id="rId11"/>
  </p:sldIdLst>
  <p:sldSz cx="9144000" cy="5143500" type="screen16x9"/>
  <p:notesSz cx="6858000" cy="9144000"/>
  <p:embeddedFontLst>
    <p:embeddedFont>
      <p:font typeface="Inter Medium" panose="020B0604020202020204" charset="0"/>
      <p:regular r:id="rId13"/>
      <p:bold r:id="rId14"/>
      <p:italic r:id="rId15"/>
      <p:boldItalic r:id="rId16"/>
    </p:embeddedFont>
    <p:embeddedFont>
      <p:font typeface="Inter SemiBold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4E9EB"/>
    <a:srgbClr val="F44470"/>
    <a:srgbClr val="41545E"/>
    <a:srgbClr val="0E3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C8B4A9-9B4C-4B33-81AF-02C36FE562F2}" v="173" dt="2026-02-11T16:33:52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048" autoAdjust="0"/>
    <p:restoredTop sz="95499" autoAdjust="0"/>
  </p:normalViewPr>
  <p:slideViewPr>
    <p:cSldViewPr snapToGrid="0">
      <p:cViewPr varScale="1">
        <p:scale>
          <a:sx n="135" d="100"/>
          <a:sy n="135" d="100"/>
        </p:scale>
        <p:origin x="558" y="33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-Yves Vuillequez" userId="e7fac481abea6bd0" providerId="LiveId" clId="{79E365E8-22BC-4EC2-9606-9A9AC6CD1D22}"/>
    <pc:docChg chg="undo custSel addSld delSld modSld sldOrd addMainMaster delMainMaster">
      <pc:chgData name="Jean-Yves Vuillequez" userId="e7fac481abea6bd0" providerId="LiveId" clId="{79E365E8-22BC-4EC2-9606-9A9AC6CD1D22}" dt="2026-02-11T16:34:04.775" v="1091" actId="1076"/>
      <pc:docMkLst>
        <pc:docMk/>
      </pc:docMkLst>
      <pc:sldChg chg="addSp modSp mod">
        <pc:chgData name="Jean-Yves Vuillequez" userId="e7fac481abea6bd0" providerId="LiveId" clId="{79E365E8-22BC-4EC2-9606-9A9AC6CD1D22}" dt="2026-02-04T07:39:58.007" v="105"/>
        <pc:sldMkLst>
          <pc:docMk/>
          <pc:sldMk cId="0" sldId="256"/>
        </pc:sldMkLst>
        <pc:spChg chg="add mod">
          <ac:chgData name="Jean-Yves Vuillequez" userId="e7fac481abea6bd0" providerId="LiveId" clId="{79E365E8-22BC-4EC2-9606-9A9AC6CD1D22}" dt="2026-02-04T07:39:08.561" v="104" actId="1037"/>
          <ac:spMkLst>
            <pc:docMk/>
            <pc:sldMk cId="0" sldId="256"/>
            <ac:spMk id="3" creationId="{124BAD35-7509-EAFD-F0C5-0C17E26060D0}"/>
          </ac:spMkLst>
        </pc:spChg>
        <pc:spChg chg="mod">
          <ac:chgData name="Jean-Yves Vuillequez" userId="e7fac481abea6bd0" providerId="LiveId" clId="{79E365E8-22BC-4EC2-9606-9A9AC6CD1D22}" dt="2026-02-04T07:38:59.195" v="98"/>
          <ac:spMkLst>
            <pc:docMk/>
            <pc:sldMk cId="0" sldId="256"/>
            <ac:spMk id="54" creationId="{00000000-0000-0000-0000-000000000000}"/>
          </ac:spMkLst>
        </pc:spChg>
        <pc:spChg chg="mod">
          <ac:chgData name="Jean-Yves Vuillequez" userId="e7fac481abea6bd0" providerId="LiveId" clId="{79E365E8-22BC-4EC2-9606-9A9AC6CD1D22}" dt="2026-02-04T07:39:58.007" v="105"/>
          <ac:spMkLst>
            <pc:docMk/>
            <pc:sldMk cId="0" sldId="256"/>
            <ac:spMk id="57" creationId="{00000000-0000-0000-0000-000000000000}"/>
          </ac:spMkLst>
        </pc:spChg>
      </pc:sldChg>
      <pc:sldChg chg="add del">
        <pc:chgData name="Jean-Yves Vuillequez" userId="e7fac481abea6bd0" providerId="LiveId" clId="{79E365E8-22BC-4EC2-9606-9A9AC6CD1D22}" dt="2026-01-16T10:47:03.962" v="33" actId="47"/>
        <pc:sldMkLst>
          <pc:docMk/>
          <pc:sldMk cId="0" sldId="271"/>
        </pc:sldMkLst>
      </pc:sldChg>
      <pc:sldChg chg="modSp add del mod modAnim modNotesTx">
        <pc:chgData name="Jean-Yves Vuillequez" userId="e7fac481abea6bd0" providerId="LiveId" clId="{79E365E8-22BC-4EC2-9606-9A9AC6CD1D22}" dt="2026-02-11T16:29:57.811" v="1083" actId="20577"/>
        <pc:sldMkLst>
          <pc:docMk/>
          <pc:sldMk cId="0" sldId="272"/>
        </pc:sldMkLst>
        <pc:spChg chg="mod">
          <ac:chgData name="Jean-Yves Vuillequez" userId="e7fac481abea6bd0" providerId="LiveId" clId="{79E365E8-22BC-4EC2-9606-9A9AC6CD1D22}" dt="2026-02-11T16:29:57.811" v="1083" actId="20577"/>
          <ac:spMkLst>
            <pc:docMk/>
            <pc:sldMk cId="0" sldId="272"/>
            <ac:spMk id="6" creationId="{243FF7A6-205C-44FD-4C04-67C8CD0DF557}"/>
          </ac:spMkLst>
        </pc:spChg>
        <pc:spChg chg="mod">
          <ac:chgData name="Jean-Yves Vuillequez" userId="e7fac481abea6bd0" providerId="LiveId" clId="{79E365E8-22BC-4EC2-9606-9A9AC6CD1D22}" dt="2026-02-10T07:49:26.304" v="1075"/>
          <ac:spMkLst>
            <pc:docMk/>
            <pc:sldMk cId="0" sldId="272"/>
            <ac:spMk id="10" creationId="{96EE234F-B665-A4F2-9A2F-853F31EA1468}"/>
          </ac:spMkLst>
        </pc:spChg>
        <pc:spChg chg="mod">
          <ac:chgData name="Jean-Yves Vuillequez" userId="e7fac481abea6bd0" providerId="LiveId" clId="{79E365E8-22BC-4EC2-9606-9A9AC6CD1D22}" dt="2026-02-10T07:48:52.674" v="1054" actId="20577"/>
          <ac:spMkLst>
            <pc:docMk/>
            <pc:sldMk cId="0" sldId="272"/>
            <ac:spMk id="15" creationId="{27FA105C-F9B2-33E0-4F88-3ADFE6E4DD5F}"/>
          </ac:spMkLst>
        </pc:spChg>
        <pc:spChg chg="mod">
          <ac:chgData name="Jean-Yves Vuillequez" userId="e7fac481abea6bd0" providerId="LiveId" clId="{79E365E8-22BC-4EC2-9606-9A9AC6CD1D22}" dt="2026-02-10T07:49:00.708" v="1062" actId="20577"/>
          <ac:spMkLst>
            <pc:docMk/>
            <pc:sldMk cId="0" sldId="272"/>
            <ac:spMk id="16" creationId="{C1BA5EF2-25A6-BC03-ABAC-0B16A10100AE}"/>
          </ac:spMkLst>
        </pc:spChg>
        <pc:spChg chg="mod">
          <ac:chgData name="Jean-Yves Vuillequez" userId="e7fac481abea6bd0" providerId="LiveId" clId="{79E365E8-22BC-4EC2-9606-9A9AC6CD1D22}" dt="2026-02-10T07:49:05.456" v="1068" actId="20577"/>
          <ac:spMkLst>
            <pc:docMk/>
            <pc:sldMk cId="0" sldId="272"/>
            <ac:spMk id="17" creationId="{3FCD9215-1E91-C227-9A00-9D2E28190AB3}"/>
          </ac:spMkLst>
        </pc:spChg>
        <pc:spChg chg="mod">
          <ac:chgData name="Jean-Yves Vuillequez" userId="e7fac481abea6bd0" providerId="LiveId" clId="{79E365E8-22BC-4EC2-9606-9A9AC6CD1D22}" dt="2026-02-10T07:49:10.727" v="1074" actId="20577"/>
          <ac:spMkLst>
            <pc:docMk/>
            <pc:sldMk cId="0" sldId="272"/>
            <ac:spMk id="18" creationId="{16C898BF-E544-3A3A-F1C6-FD6EA5BEBE3E}"/>
          </ac:spMkLst>
        </pc:spChg>
      </pc:sldChg>
      <pc:sldChg chg="addSp delSp modSp add mod modNotesTx">
        <pc:chgData name="Jean-Yves Vuillequez" userId="e7fac481abea6bd0" providerId="LiveId" clId="{79E365E8-22BC-4EC2-9606-9A9AC6CD1D22}" dt="2026-02-05T13:46:33.292" v="1020" actId="478"/>
        <pc:sldMkLst>
          <pc:docMk/>
          <pc:sldMk cId="2237202326" sldId="273"/>
        </pc:sldMkLst>
        <pc:spChg chg="mod">
          <ac:chgData name="Jean-Yves Vuillequez" userId="e7fac481abea6bd0" providerId="LiveId" clId="{79E365E8-22BC-4EC2-9606-9A9AC6CD1D22}" dt="2026-02-05T11:41:05.097" v="605" actId="113"/>
          <ac:spMkLst>
            <pc:docMk/>
            <pc:sldMk cId="2237202326" sldId="273"/>
            <ac:spMk id="4" creationId="{2724909A-75F8-DDF0-DA23-7CEFC1D7A4E8}"/>
          </ac:spMkLst>
        </pc:spChg>
        <pc:spChg chg="mod">
          <ac:chgData name="Jean-Yves Vuillequez" userId="e7fac481abea6bd0" providerId="LiveId" clId="{79E365E8-22BC-4EC2-9606-9A9AC6CD1D22}" dt="2026-02-05T08:16:00.989" v="229" actId="14100"/>
          <ac:spMkLst>
            <pc:docMk/>
            <pc:sldMk cId="2237202326" sldId="273"/>
            <ac:spMk id="68" creationId="{199B302E-5AD2-C890-494A-A72D95BA32D2}"/>
          </ac:spMkLst>
        </pc:spChg>
        <pc:picChg chg="add mod">
          <ac:chgData name="Jean-Yves Vuillequez" userId="e7fac481abea6bd0" providerId="LiveId" clId="{79E365E8-22BC-4EC2-9606-9A9AC6CD1D22}" dt="2026-02-05T11:39:53.498" v="602" actId="14100"/>
          <ac:picMkLst>
            <pc:docMk/>
            <pc:sldMk cId="2237202326" sldId="273"/>
            <ac:picMk id="7" creationId="{3961F8B3-8C58-8A80-9838-A28EADA5DC5E}"/>
          </ac:picMkLst>
        </pc:picChg>
        <pc:picChg chg="add mod">
          <ac:chgData name="Jean-Yves Vuillequez" userId="e7fac481abea6bd0" providerId="LiveId" clId="{79E365E8-22BC-4EC2-9606-9A9AC6CD1D22}" dt="2026-02-05T11:29:35.306" v="575" actId="1076"/>
          <ac:picMkLst>
            <pc:docMk/>
            <pc:sldMk cId="2237202326" sldId="273"/>
            <ac:picMk id="9" creationId="{BA03A978-7E04-54AC-2932-4E8428BD7511}"/>
          </ac:picMkLst>
        </pc:picChg>
      </pc:sldChg>
      <pc:sldChg chg="addSp delSp modSp add mod">
        <pc:chgData name="Jean-Yves Vuillequez" userId="e7fac481abea6bd0" providerId="LiveId" clId="{79E365E8-22BC-4EC2-9606-9A9AC6CD1D22}" dt="2026-02-05T12:56:57.716" v="686" actId="478"/>
        <pc:sldMkLst>
          <pc:docMk/>
          <pc:sldMk cId="2603443858" sldId="274"/>
        </pc:sldMkLst>
        <pc:spChg chg="mod">
          <ac:chgData name="Jean-Yves Vuillequez" userId="e7fac481abea6bd0" providerId="LiveId" clId="{79E365E8-22BC-4EC2-9606-9A9AC6CD1D22}" dt="2026-02-05T12:56:52.239" v="684" actId="113"/>
          <ac:spMkLst>
            <pc:docMk/>
            <pc:sldMk cId="2603443858" sldId="274"/>
            <ac:spMk id="4" creationId="{F9A83525-CE74-A2A8-12BB-BA882B9AB181}"/>
          </ac:spMkLst>
        </pc:spChg>
        <pc:spChg chg="mod">
          <ac:chgData name="Jean-Yves Vuillequez" userId="e7fac481abea6bd0" providerId="LiveId" clId="{79E365E8-22BC-4EC2-9606-9A9AC6CD1D22}" dt="2026-02-05T08:17:22.574" v="231"/>
          <ac:spMkLst>
            <pc:docMk/>
            <pc:sldMk cId="2603443858" sldId="274"/>
            <ac:spMk id="68" creationId="{B267F928-92B1-5A14-3456-051C0B21C17A}"/>
          </ac:spMkLst>
        </pc:spChg>
        <pc:picChg chg="add mod">
          <ac:chgData name="Jean-Yves Vuillequez" userId="e7fac481abea6bd0" providerId="LiveId" clId="{79E365E8-22BC-4EC2-9606-9A9AC6CD1D22}" dt="2026-02-05T11:47:43.291" v="622" actId="108"/>
          <ac:picMkLst>
            <pc:docMk/>
            <pc:sldMk cId="2603443858" sldId="274"/>
            <ac:picMk id="7" creationId="{8B30D634-31C5-956B-7970-B2B8D66F65B1}"/>
          </ac:picMkLst>
        </pc:picChg>
        <pc:picChg chg="add mod">
          <ac:chgData name="Jean-Yves Vuillequez" userId="e7fac481abea6bd0" providerId="LiveId" clId="{79E365E8-22BC-4EC2-9606-9A9AC6CD1D22}" dt="2026-02-05T12:55:57.423" v="665" actId="108"/>
          <ac:picMkLst>
            <pc:docMk/>
            <pc:sldMk cId="2603443858" sldId="274"/>
            <ac:picMk id="11" creationId="{EA8624E5-C8A3-6E67-C616-B03C894492FB}"/>
          </ac:picMkLst>
        </pc:picChg>
      </pc:sldChg>
      <pc:sldChg chg="addSp delSp modSp add mod">
        <pc:chgData name="Jean-Yves Vuillequez" userId="e7fac481abea6bd0" providerId="LiveId" clId="{79E365E8-22BC-4EC2-9606-9A9AC6CD1D22}" dt="2026-02-10T06:39:32.451" v="1039" actId="20577"/>
        <pc:sldMkLst>
          <pc:docMk/>
          <pc:sldMk cId="2484138770" sldId="275"/>
        </pc:sldMkLst>
        <pc:spChg chg="mod">
          <ac:chgData name="Jean-Yves Vuillequez" userId="e7fac481abea6bd0" providerId="LiveId" clId="{79E365E8-22BC-4EC2-9606-9A9AC6CD1D22}" dt="2026-02-10T06:39:32.451" v="1039" actId="20577"/>
          <ac:spMkLst>
            <pc:docMk/>
            <pc:sldMk cId="2484138770" sldId="275"/>
            <ac:spMk id="4" creationId="{5BCB7B3C-E2D4-9147-A8A1-9DBEDF968157}"/>
          </ac:spMkLst>
        </pc:spChg>
        <pc:spChg chg="add mod">
          <ac:chgData name="Jean-Yves Vuillequez" userId="e7fac481abea6bd0" providerId="LiveId" clId="{79E365E8-22BC-4EC2-9606-9A9AC6CD1D22}" dt="2026-02-05T13:46:00.513" v="1018" actId="1076"/>
          <ac:spMkLst>
            <pc:docMk/>
            <pc:sldMk cId="2484138770" sldId="275"/>
            <ac:spMk id="10" creationId="{89A0123E-61EC-9AB4-21A5-A20F7D11ED51}"/>
          </ac:spMkLst>
        </pc:spChg>
        <pc:spChg chg="mod">
          <ac:chgData name="Jean-Yves Vuillequez" userId="e7fac481abea6bd0" providerId="LiveId" clId="{79E365E8-22BC-4EC2-9606-9A9AC6CD1D22}" dt="2026-02-05T08:54:59.366" v="280"/>
          <ac:spMkLst>
            <pc:docMk/>
            <pc:sldMk cId="2484138770" sldId="275"/>
            <ac:spMk id="68" creationId="{FC5DB7B4-6C9A-40A4-4901-E7066F51B510}"/>
          </ac:spMkLst>
        </pc:spChg>
        <pc:picChg chg="add mod">
          <ac:chgData name="Jean-Yves Vuillequez" userId="e7fac481abea6bd0" providerId="LiveId" clId="{79E365E8-22BC-4EC2-9606-9A9AC6CD1D22}" dt="2026-02-05T13:46:00.513" v="1018" actId="1076"/>
          <ac:picMkLst>
            <pc:docMk/>
            <pc:sldMk cId="2484138770" sldId="275"/>
            <ac:picMk id="9" creationId="{2EFC7F9B-6628-2418-9EC1-230462BA84A1}"/>
          </ac:picMkLst>
        </pc:picChg>
        <pc:picChg chg="add mod">
          <ac:chgData name="Jean-Yves Vuillequez" userId="e7fac481abea6bd0" providerId="LiveId" clId="{79E365E8-22BC-4EC2-9606-9A9AC6CD1D22}" dt="2026-02-05T13:46:00.513" v="1018" actId="1076"/>
          <ac:picMkLst>
            <pc:docMk/>
            <pc:sldMk cId="2484138770" sldId="275"/>
            <ac:picMk id="12" creationId="{D39BAF8B-6A36-D2A1-99DB-7F5543655D14}"/>
          </ac:picMkLst>
        </pc:picChg>
      </pc:sldChg>
      <pc:sldChg chg="addSp delSp modSp add mod ord modNotesTx">
        <pc:chgData name="Jean-Yves Vuillequez" userId="e7fac481abea6bd0" providerId="LiveId" clId="{79E365E8-22BC-4EC2-9606-9A9AC6CD1D22}" dt="2026-02-11T16:32:50.956" v="1087" actId="732"/>
        <pc:sldMkLst>
          <pc:docMk/>
          <pc:sldMk cId="2234531656" sldId="276"/>
        </pc:sldMkLst>
        <pc:spChg chg="mod">
          <ac:chgData name="Jean-Yves Vuillequez" userId="e7fac481abea6bd0" providerId="LiveId" clId="{79E365E8-22BC-4EC2-9606-9A9AC6CD1D22}" dt="2026-02-05T10:37:47.609" v="508" actId="1076"/>
          <ac:spMkLst>
            <pc:docMk/>
            <pc:sldMk cId="2234531656" sldId="276"/>
            <ac:spMk id="3" creationId="{D7AF0D8F-04C9-76E9-6378-FB8C6DE92D74}"/>
          </ac:spMkLst>
        </pc:spChg>
        <pc:spChg chg="mod">
          <ac:chgData name="Jean-Yves Vuillequez" userId="e7fac481abea6bd0" providerId="LiveId" clId="{79E365E8-22BC-4EC2-9606-9A9AC6CD1D22}" dt="2026-02-05T10:40:05.663" v="551" actId="113"/>
          <ac:spMkLst>
            <pc:docMk/>
            <pc:sldMk cId="2234531656" sldId="276"/>
            <ac:spMk id="4" creationId="{644379A0-80A3-844C-65DA-56D50425AE2E}"/>
          </ac:spMkLst>
        </pc:spChg>
        <pc:spChg chg="mod">
          <ac:chgData name="Jean-Yves Vuillequez" userId="e7fac481abea6bd0" providerId="LiveId" clId="{79E365E8-22BC-4EC2-9606-9A9AC6CD1D22}" dt="2026-02-05T10:39:52.498" v="536" actId="20577"/>
          <ac:spMkLst>
            <pc:docMk/>
            <pc:sldMk cId="2234531656" sldId="276"/>
            <ac:spMk id="68" creationId="{7C65B11E-A650-ED4F-8BD5-7ED633C1B549}"/>
          </ac:spMkLst>
        </pc:spChg>
        <pc:picChg chg="add mod modCrop">
          <ac:chgData name="Jean-Yves Vuillequez" userId="e7fac481abea6bd0" providerId="LiveId" clId="{79E365E8-22BC-4EC2-9606-9A9AC6CD1D22}" dt="2026-02-11T16:32:50.956" v="1087" actId="732"/>
          <ac:picMkLst>
            <pc:docMk/>
            <pc:sldMk cId="2234531656" sldId="276"/>
            <ac:picMk id="17" creationId="{AB82FCFA-E155-F27B-4C42-D4C780A8BFE6}"/>
          </ac:picMkLst>
        </pc:picChg>
      </pc:sldChg>
      <pc:sldChg chg="addSp delSp modSp add mod">
        <pc:chgData name="Jean-Yves Vuillequez" userId="e7fac481abea6bd0" providerId="LiveId" clId="{79E365E8-22BC-4EC2-9606-9A9AC6CD1D22}" dt="2026-02-11T16:34:04.775" v="1091" actId="1076"/>
        <pc:sldMkLst>
          <pc:docMk/>
          <pc:sldMk cId="2868341824" sldId="277"/>
        </pc:sldMkLst>
        <pc:spChg chg="add mod">
          <ac:chgData name="Jean-Yves Vuillequez" userId="e7fac481abea6bd0" providerId="LiveId" clId="{79E365E8-22BC-4EC2-9606-9A9AC6CD1D22}" dt="2026-02-11T16:34:04.775" v="1091" actId="1076"/>
          <ac:spMkLst>
            <pc:docMk/>
            <pc:sldMk cId="2868341824" sldId="277"/>
            <ac:spMk id="2" creationId="{6C991352-BCB8-9706-E0DD-467678EC8725}"/>
          </ac:spMkLst>
        </pc:spChg>
        <pc:spChg chg="mod">
          <ac:chgData name="Jean-Yves Vuillequez" userId="e7fac481abea6bd0" providerId="LiveId" clId="{79E365E8-22BC-4EC2-9606-9A9AC6CD1D22}" dt="2026-02-10T06:40:29.430" v="1042" actId="113"/>
          <ac:spMkLst>
            <pc:docMk/>
            <pc:sldMk cId="2868341824" sldId="277"/>
            <ac:spMk id="4" creationId="{9B51A3A2-C25A-714E-2B83-6261D4C79057}"/>
          </ac:spMkLst>
        </pc:spChg>
        <pc:picChg chg="add mod">
          <ac:chgData name="Jean-Yves Vuillequez" userId="e7fac481abea6bd0" providerId="LiveId" clId="{79E365E8-22BC-4EC2-9606-9A9AC6CD1D22}" dt="2026-02-05T13:39:32.552" v="1004" actId="1076"/>
          <ac:picMkLst>
            <pc:docMk/>
            <pc:sldMk cId="2868341824" sldId="277"/>
            <ac:picMk id="11" creationId="{71425854-1CA9-FB70-F8D8-3FAAB428B62F}"/>
          </ac:picMkLst>
        </pc:picChg>
        <pc:picChg chg="add mod">
          <ac:chgData name="Jean-Yves Vuillequez" userId="e7fac481abea6bd0" providerId="LiveId" clId="{79E365E8-22BC-4EC2-9606-9A9AC6CD1D22}" dt="2026-02-05T13:39:06.406" v="992" actId="1076"/>
          <ac:picMkLst>
            <pc:docMk/>
            <pc:sldMk cId="2868341824" sldId="277"/>
            <ac:picMk id="13" creationId="{40E7CB73-8196-429E-E030-8D411646B0DD}"/>
          </ac:picMkLst>
        </pc:picChg>
        <pc:picChg chg="add mod">
          <ac:chgData name="Jean-Yves Vuillequez" userId="e7fac481abea6bd0" providerId="LiveId" clId="{79E365E8-22BC-4EC2-9606-9A9AC6CD1D22}" dt="2026-02-05T13:39:35.075" v="1005" actId="108"/>
          <ac:picMkLst>
            <pc:docMk/>
            <pc:sldMk cId="2868341824" sldId="277"/>
            <ac:picMk id="15" creationId="{6179B48F-2A37-1435-8D5D-C39E8F1AF155}"/>
          </ac:picMkLst>
        </pc:picChg>
      </pc:sldChg>
      <pc:sldChg chg="add">
        <pc:chgData name="Jean-Yves Vuillequez" userId="e7fac481abea6bd0" providerId="LiveId" clId="{79E365E8-22BC-4EC2-9606-9A9AC6CD1D22}" dt="2026-02-10T07:49:34.771" v="1077"/>
        <pc:sldMkLst>
          <pc:docMk/>
          <pc:sldMk cId="0" sldId="278"/>
        </pc:sldMkLst>
      </pc:sldChg>
      <pc:sldMasterChg chg="add del addSldLayout delSldLayout">
        <pc:chgData name="Jean-Yves Vuillequez" userId="e7fac481abea6bd0" providerId="LiveId" clId="{79E365E8-22BC-4EC2-9606-9A9AC6CD1D22}" dt="2026-01-16T10:47:03.962" v="33" actId="47"/>
        <pc:sldMasterMkLst>
          <pc:docMk/>
          <pc:sldMasterMk cId="604091050" sldId="2147483660"/>
        </pc:sldMasterMkLst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69328441" sldId="2147483661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628572972" sldId="2147483662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738534442" sldId="2147483663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962870219" sldId="2147483664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254902670" sldId="2147483665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2825252853" sldId="2147483666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934262042" sldId="2147483667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1499876969" sldId="2147483668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012943028" sldId="2147483669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4176234486" sldId="2147483670"/>
          </pc:sldLayoutMkLst>
        </pc:sldLayoutChg>
        <pc:sldLayoutChg chg="add del">
          <pc:chgData name="Jean-Yves Vuillequez" userId="e7fac481abea6bd0" providerId="LiveId" clId="{79E365E8-22BC-4EC2-9606-9A9AC6CD1D22}" dt="2026-01-16T10:47:03.962" v="33" actId="47"/>
          <pc:sldLayoutMkLst>
            <pc:docMk/>
            <pc:sldMasterMk cId="604091050" sldId="2147483660"/>
            <pc:sldLayoutMk cId="3598435996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e3f79b3bfd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g2e3f79b3bfd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dirty="0"/>
              <a:t>La méthodologie = logique progressive : transformer le texte en représentation sémantique, structurer le catalogue par clustering pour la recommandation, puis utiliser le topic modeling pour analyser les thèmes transverses.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E841B55-5041-D9D6-37B9-E5BC68BBB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14845A8-5520-D7F1-0A12-125328BEC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F9EEC51A-EF35-C8AE-C9DE-EE73F317F4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82904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C7B12B2-BB18-5888-FB6A-DE304652E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50855559-988A-9FED-466D-4B38022268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88B76C10-C43E-5719-3DD7-2AA55511EA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2407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A2AF82C-EDF4-C1BD-0D9D-1DE7E3314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182D3D8C-DF12-3D38-9A3F-8BC39DC68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02F54786-F3FD-8879-2AC6-CA88C6433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76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117A8DB-4C49-1199-524F-C401DE1D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02BD4B73-8C06-90C7-0C42-93F9C2D4C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B28A073F-0736-4F22-0A9B-866D888BA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7165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958A1D4-D124-3B8B-9BF5-B8D81564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>
            <a:extLst>
              <a:ext uri="{FF2B5EF4-FFF2-40B4-BE49-F238E27FC236}">
                <a16:creationId xmlns:a16="http://schemas.microsoft.com/office/drawing/2014/main" id="{6D8ACD48-B9CB-7A32-F057-5263EE799E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>
            <a:extLst>
              <a:ext uri="{FF2B5EF4-FFF2-40B4-BE49-F238E27FC236}">
                <a16:creationId xmlns:a16="http://schemas.microsoft.com/office/drawing/2014/main" id="{AFDD482C-0BAC-71E0-3672-ECE896DE71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90743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9328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8572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53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870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902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252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2620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8769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29430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623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43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09105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182215"/>
            <a:ext cx="7411679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The North Face </a:t>
            </a:r>
            <a:r>
              <a:rPr lang="fr-FR" sz="40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ecommerce</a:t>
            </a: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735464" y="301060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 err="1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Unsupervised</a:t>
            </a:r>
            <a:r>
              <a:rPr lang="fr-FR" sz="25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 Machine Learning</a:t>
            </a:r>
            <a:endParaRPr sz="25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Google Shape;57;p13">
            <a:extLst>
              <a:ext uri="{FF2B5EF4-FFF2-40B4-BE49-F238E27FC236}">
                <a16:creationId xmlns:a16="http://schemas.microsoft.com/office/drawing/2014/main" id="{57DEF025-3287-AC4F-B3FC-747B4D27CCFE}"/>
              </a:ext>
            </a:extLst>
          </p:cNvPr>
          <p:cNvSpPr txBox="1">
            <a:spLocks/>
          </p:cNvSpPr>
          <p:nvPr/>
        </p:nvSpPr>
        <p:spPr>
          <a:xfrm>
            <a:off x="735464" y="3693307"/>
            <a:ext cx="2716396" cy="27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b="1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Rédacteur : </a:t>
            </a:r>
            <a:r>
              <a:rPr lang="fr-FR" sz="12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Jean-Yves Vuillequez</a:t>
            </a: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124BAD35-7509-EAFD-F0C5-0C17E26060D0}"/>
              </a:ext>
            </a:extLst>
          </p:cNvPr>
          <p:cNvSpPr txBox="1">
            <a:spLocks/>
          </p:cNvSpPr>
          <p:nvPr/>
        </p:nvSpPr>
        <p:spPr>
          <a:xfrm>
            <a:off x="749613" y="1683667"/>
            <a:ext cx="7411679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fr-FR" sz="1200" dirty="0"/>
              <a:t>RNCP35288 CDSD</a:t>
            </a:r>
            <a:r>
              <a:rPr lang="fr-FR" sz="1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3307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sym typeface="Inter SemiBold"/>
              </a:rPr>
              <a:t>Contexte et enjeu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86EAA274-6C17-67CB-A10D-51EEF8179EBB}"/>
              </a:ext>
            </a:extLst>
          </p:cNvPr>
          <p:cNvSpPr/>
          <p:nvPr/>
        </p:nvSpPr>
        <p:spPr>
          <a:xfrm>
            <a:off x="617497" y="1132209"/>
            <a:ext cx="541478" cy="531410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200"/>
          </a:p>
        </p:txBody>
      </p:sp>
      <p:sp>
        <p:nvSpPr>
          <p:cNvPr id="5" name="Google Shape;69;p3">
            <a:extLst>
              <a:ext uri="{FF2B5EF4-FFF2-40B4-BE49-F238E27FC236}">
                <a16:creationId xmlns:a16="http://schemas.microsoft.com/office/drawing/2014/main" id="{C9E79F0C-F757-C223-90A8-073753256F1C}"/>
              </a:ext>
            </a:extLst>
          </p:cNvPr>
          <p:cNvSpPr/>
          <p:nvPr/>
        </p:nvSpPr>
        <p:spPr>
          <a:xfrm>
            <a:off x="1260039" y="1164423"/>
            <a:ext cx="7266464" cy="170636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73;p3">
            <a:extLst>
              <a:ext uri="{FF2B5EF4-FFF2-40B4-BE49-F238E27FC236}">
                <a16:creationId xmlns:a16="http://schemas.microsoft.com/office/drawing/2014/main" id="{243FF7A6-205C-44FD-4C04-67C8CD0DF557}"/>
              </a:ext>
            </a:extLst>
          </p:cNvPr>
          <p:cNvSpPr txBox="1">
            <a:spLocks/>
          </p:cNvSpPr>
          <p:nvPr/>
        </p:nvSpPr>
        <p:spPr>
          <a:xfrm>
            <a:off x="1260039" y="1164423"/>
            <a:ext cx="7266464" cy="300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400" b="1" dirty="0"/>
              <a:t>Objectif : </a:t>
            </a:r>
          </a:p>
          <a:p>
            <a:pPr>
              <a:buSzPct val="100000"/>
            </a:pPr>
            <a:r>
              <a:rPr lang="fr-FR" sz="1400" dirty="0"/>
              <a:t>Le catalogue e-commerce de The North Face repose sur des descriptions produits textuelles riches mais hétérogènes. </a:t>
            </a:r>
          </a:p>
          <a:p>
            <a:pPr>
              <a:buSzPct val="100000"/>
            </a:pPr>
            <a:endParaRPr lang="fr-FR" sz="1400" dirty="0"/>
          </a:p>
          <a:p>
            <a:pPr>
              <a:buSzPct val="100000"/>
            </a:pPr>
            <a:r>
              <a:rPr lang="fr-FR" sz="1400" dirty="0"/>
              <a:t>En l’absence de labels structurés ou de données utilisateurs exploitables, l’enjeu est  d’améliorer la structuration du catalogue et les recommandations produits.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e3f79b3bfd_1_11"/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du projet</a:t>
            </a:r>
            <a:endParaRPr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2" name="Google Shape;82;g2e3f79b3bfd_1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g2e3f79b3bfd_1_1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EE234F-B665-A4F2-9A2F-853F31EA1468}"/>
              </a:ext>
            </a:extLst>
          </p:cNvPr>
          <p:cNvSpPr/>
          <p:nvPr/>
        </p:nvSpPr>
        <p:spPr bwMode="auto">
          <a:xfrm>
            <a:off x="463375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Comprendre le périmètre et les usages marketing attendus</a:t>
            </a: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Analyse des descriptions produits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Identification des contraintes (pas de labels, HTML, vocabulaire, …)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72CD330D-D20E-C29F-1030-B07CA8FB1E22}"/>
              </a:ext>
            </a:extLst>
          </p:cNvPr>
          <p:cNvSpPr/>
          <p:nvPr/>
        </p:nvSpPr>
        <p:spPr>
          <a:xfrm>
            <a:off x="413829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0"/>
              <a:satOff val="0"/>
              <a:lumOff val="0"/>
              <a:alphaOff val="0"/>
            </a:schemeClr>
          </a:fillRef>
          <a:effectRef idx="0">
            <a:schemeClr val="accent3">
              <a:shade val="8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EDA et scope</a:t>
            </a:r>
            <a:endParaRPr lang="fr-FR" sz="1100" kern="1200" dirty="0"/>
          </a:p>
        </p:txBody>
      </p:sp>
      <p:sp>
        <p:nvSpPr>
          <p:cNvPr id="4" name="Forme libre : forme 3">
            <a:extLst>
              <a:ext uri="{FF2B5EF4-FFF2-40B4-BE49-F238E27FC236}">
                <a16:creationId xmlns:a16="http://schemas.microsoft.com/office/drawing/2014/main" id="{934AC2C3-F52B-C5FF-763F-9BA14671F247}"/>
              </a:ext>
            </a:extLst>
          </p:cNvPr>
          <p:cNvSpPr/>
          <p:nvPr/>
        </p:nvSpPr>
        <p:spPr>
          <a:xfrm>
            <a:off x="2069235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20588"/>
              <a:satOff val="-221"/>
              <a:lumOff val="5854"/>
              <a:alphaOff val="0"/>
            </a:schemeClr>
          </a:fillRef>
          <a:effectRef idx="0">
            <a:schemeClr val="accent3">
              <a:shade val="80000"/>
              <a:hueOff val="20588"/>
              <a:satOff val="-221"/>
              <a:lumOff val="585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buNone/>
            </a:pPr>
            <a:r>
              <a:rPr lang="fr-FR" sz="1100" dirty="0"/>
              <a:t>NLP </a:t>
            </a:r>
          </a:p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 err="1"/>
              <a:t>preprocessing</a:t>
            </a:r>
            <a:endParaRPr lang="fr-FR" sz="1100" dirty="0"/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8037740E-0A40-6A83-319A-5FA39E9869E9}"/>
              </a:ext>
            </a:extLst>
          </p:cNvPr>
          <p:cNvSpPr/>
          <p:nvPr/>
        </p:nvSpPr>
        <p:spPr>
          <a:xfrm>
            <a:off x="3724640" y="1146338"/>
            <a:ext cx="179985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41176"/>
              <a:satOff val="-442"/>
              <a:lumOff val="11707"/>
              <a:alphaOff val="0"/>
            </a:schemeClr>
          </a:fillRef>
          <a:effectRef idx="0">
            <a:schemeClr val="accent3">
              <a:shade val="80000"/>
              <a:hueOff val="41176"/>
              <a:satOff val="-442"/>
              <a:lumOff val="11707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Clustering (DBSCAN / </a:t>
            </a:r>
            <a:r>
              <a:rPr lang="fr-FR" sz="1100" dirty="0" err="1"/>
              <a:t>KMeans</a:t>
            </a:r>
            <a:r>
              <a:rPr lang="fr-FR" sz="1100" dirty="0"/>
              <a:t>)</a:t>
            </a:r>
            <a:endParaRPr lang="fr-FR" sz="1100" kern="1200" dirty="0"/>
          </a:p>
        </p:txBody>
      </p:sp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6C4B2FB-DF4F-A5D8-D34B-A5DFC80B0AAE}"/>
              </a:ext>
            </a:extLst>
          </p:cNvPr>
          <p:cNvSpPr/>
          <p:nvPr/>
        </p:nvSpPr>
        <p:spPr>
          <a:xfrm>
            <a:off x="5349732" y="1146338"/>
            <a:ext cx="1857184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61764"/>
              <a:satOff val="-662"/>
              <a:lumOff val="17560"/>
              <a:alphaOff val="0"/>
            </a:schemeClr>
          </a:fillRef>
          <a:effectRef idx="0">
            <a:schemeClr val="accent3">
              <a:shade val="80000"/>
              <a:hueOff val="61764"/>
              <a:satOff val="-662"/>
              <a:lumOff val="1756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Système de recommandation</a:t>
            </a:r>
            <a:endParaRPr lang="fr-FR" sz="1100" kern="1200" dirty="0"/>
          </a:p>
        </p:txBody>
      </p:sp>
      <p:sp>
        <p:nvSpPr>
          <p:cNvPr id="7" name="Forme libre : forme 6">
            <a:extLst>
              <a:ext uri="{FF2B5EF4-FFF2-40B4-BE49-F238E27FC236}">
                <a16:creationId xmlns:a16="http://schemas.microsoft.com/office/drawing/2014/main" id="{36B0EDF8-324A-AE11-8539-C4438745B23E}"/>
              </a:ext>
            </a:extLst>
          </p:cNvPr>
          <p:cNvSpPr/>
          <p:nvPr/>
        </p:nvSpPr>
        <p:spPr>
          <a:xfrm>
            <a:off x="7035451" y="1146338"/>
            <a:ext cx="1839339" cy="533101"/>
          </a:xfrm>
          <a:custGeom>
            <a:avLst/>
            <a:gdLst>
              <a:gd name="connsiteX0" fmla="*/ 0 w 1839339"/>
              <a:gd name="connsiteY0" fmla="*/ 0 h 533101"/>
              <a:gd name="connsiteX1" fmla="*/ 1572789 w 1839339"/>
              <a:gd name="connsiteY1" fmla="*/ 0 h 533101"/>
              <a:gd name="connsiteX2" fmla="*/ 1839339 w 1839339"/>
              <a:gd name="connsiteY2" fmla="*/ 266551 h 533101"/>
              <a:gd name="connsiteX3" fmla="*/ 1572789 w 1839339"/>
              <a:gd name="connsiteY3" fmla="*/ 533101 h 533101"/>
              <a:gd name="connsiteX4" fmla="*/ 0 w 1839339"/>
              <a:gd name="connsiteY4" fmla="*/ 533101 h 533101"/>
              <a:gd name="connsiteX5" fmla="*/ 266551 w 1839339"/>
              <a:gd name="connsiteY5" fmla="*/ 266551 h 533101"/>
              <a:gd name="connsiteX6" fmla="*/ 0 w 1839339"/>
              <a:gd name="connsiteY6" fmla="*/ 0 h 533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39339" h="533101">
                <a:moveTo>
                  <a:pt x="0" y="0"/>
                </a:moveTo>
                <a:lnTo>
                  <a:pt x="1572789" y="0"/>
                </a:lnTo>
                <a:lnTo>
                  <a:pt x="1839339" y="266551"/>
                </a:lnTo>
                <a:lnTo>
                  <a:pt x="1572789" y="533101"/>
                </a:lnTo>
                <a:lnTo>
                  <a:pt x="0" y="533101"/>
                </a:lnTo>
                <a:lnTo>
                  <a:pt x="266551" y="266551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shade val="80000"/>
              <a:hueOff val="82353"/>
              <a:satOff val="-883"/>
              <a:lumOff val="23414"/>
              <a:alphaOff val="0"/>
            </a:schemeClr>
          </a:fillRef>
          <a:effectRef idx="0">
            <a:schemeClr val="accent3">
              <a:shade val="80000"/>
              <a:hueOff val="82353"/>
              <a:satOff val="-883"/>
              <a:lumOff val="2341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10557" tIns="14669" rIns="281219" bIns="14669" numCol="1" spcCol="1270" anchor="ctr" anchorCtr="0">
            <a:noAutofit/>
          </a:bodyPr>
          <a:lstStyle/>
          <a:p>
            <a:pPr marL="0" lvl="0" indent="0" algn="ctr" defTabSz="4889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fr-FR" sz="1100" dirty="0"/>
              <a:t>Topic modeling (LSA)</a:t>
            </a:r>
            <a:endParaRPr lang="fr-FR" sz="1100" kern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FA105C-F9B2-33E0-4F88-3ADFE6E4DD5F}"/>
              </a:ext>
            </a:extLst>
          </p:cNvPr>
          <p:cNvSpPr/>
          <p:nvPr/>
        </p:nvSpPr>
        <p:spPr bwMode="auto">
          <a:xfrm>
            <a:off x="2171859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Transformer le texte brut en représentation exploitable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Nettoyage HTML et normalisation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Vectorisation TF-IDF (représentation sémantique)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BA5EF2-25A6-BC03-ABAC-0B16A10100AE}"/>
              </a:ext>
            </a:extLst>
          </p:cNvPr>
          <p:cNvSpPr/>
          <p:nvPr/>
        </p:nvSpPr>
        <p:spPr bwMode="auto">
          <a:xfrm>
            <a:off x="3850214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Identifier des groupes similaires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DBSCAN (exploration des familles naturelles)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 err="1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KMeans</a:t>
            </a: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(structuration exhaustive du catalogue)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Analyse de la distribution et interprétation des clusters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FCD9215-1E91-C227-9A00-9D2E28190AB3}"/>
              </a:ext>
            </a:extLst>
          </p:cNvPr>
          <p:cNvSpPr/>
          <p:nvPr/>
        </p:nvSpPr>
        <p:spPr bwMode="auto">
          <a:xfrm>
            <a:off x="5498432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Proposer des produits similaires sur une page produit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Recommandation “</a:t>
            </a:r>
            <a:r>
              <a:rPr lang="fr-FR" sz="1000" dirty="0" err="1"/>
              <a:t>same</a:t>
            </a:r>
            <a:r>
              <a:rPr lang="fr-FR" sz="1000" dirty="0"/>
              <a:t> cluster”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POC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898BF-E544-3A3A-F1C6-FD6EA5BEBE3E}"/>
              </a:ext>
            </a:extLst>
          </p:cNvPr>
          <p:cNvSpPr/>
          <p:nvPr/>
        </p:nvSpPr>
        <p:spPr bwMode="auto">
          <a:xfrm>
            <a:off x="7206916" y="1790309"/>
            <a:ext cx="1473709" cy="285082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Objectif :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Extraire les thèmes transverses du catalogue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fr-FR" sz="1000" b="1" dirty="0"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Actions :</a:t>
            </a: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LSA (</a:t>
            </a:r>
            <a:r>
              <a:rPr lang="fr-FR" sz="1000" dirty="0" err="1"/>
              <a:t>TruncatedSVD</a:t>
            </a:r>
            <a:r>
              <a:rPr lang="fr-FR" sz="1000" dirty="0"/>
              <a:t>) sur TF-IDF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 dirty="0"/>
              <a:t>Identification des topics dominants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marL="171450" indent="-171450" defTabSz="914400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1000"/>
              <a:t>Lecture des </a:t>
            </a:r>
            <a:r>
              <a:rPr lang="fr-FR" sz="1000" dirty="0"/>
              <a:t>thèmes (matières, propriétés, usages)</a:t>
            </a: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  <a:p>
            <a:pPr defTabSz="914400" eaLnBrk="0" fontAlgn="base" hangingPunct="0">
              <a:spcBef>
                <a:spcPts val="600"/>
              </a:spcBef>
              <a:spcAft>
                <a:spcPct val="0"/>
              </a:spcAft>
            </a:pPr>
            <a:endParaRPr lang="fr-FR" sz="1000" dirty="0"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68D3C11-FF4A-152A-15F7-5496E4E77F38}"/>
              </a:ext>
            </a:extLst>
          </p:cNvPr>
          <p:cNvGrpSpPr/>
          <p:nvPr/>
        </p:nvGrpSpPr>
        <p:grpSpPr>
          <a:xfrm>
            <a:off x="3626697" y="1259399"/>
            <a:ext cx="503125" cy="306978"/>
            <a:chOff x="5129933" y="1197972"/>
            <a:chExt cx="679703" cy="414716"/>
          </a:xfrm>
        </p:grpSpPr>
        <p:sp>
          <p:nvSpPr>
            <p:cNvPr id="9" name="Flèche : demi-tour 8">
              <a:extLst>
                <a:ext uri="{FF2B5EF4-FFF2-40B4-BE49-F238E27FC236}">
                  <a16:creationId xmlns:a16="http://schemas.microsoft.com/office/drawing/2014/main" id="{8C998E6D-28B7-7E7D-F69E-30B2E9223F02}"/>
                </a:ext>
              </a:extLst>
            </p:cNvPr>
            <p:cNvSpPr/>
            <p:nvPr/>
          </p:nvSpPr>
          <p:spPr>
            <a:xfrm rot="5400000" flipH="1">
              <a:off x="5434669" y="1202078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sp>
          <p:nvSpPr>
            <p:cNvPr id="12" name="Flèche : demi-tour 11">
              <a:extLst>
                <a:ext uri="{FF2B5EF4-FFF2-40B4-BE49-F238E27FC236}">
                  <a16:creationId xmlns:a16="http://schemas.microsoft.com/office/drawing/2014/main" id="{B782929E-1773-2DBE-2755-66E7F62F7548}"/>
                </a:ext>
              </a:extLst>
            </p:cNvPr>
            <p:cNvSpPr/>
            <p:nvPr/>
          </p:nvSpPr>
          <p:spPr>
            <a:xfrm rot="16200000" flipH="1">
              <a:off x="5125827" y="1237720"/>
              <a:ext cx="379074" cy="370861"/>
            </a:xfrm>
            <a:prstGeom prst="uturnArrow">
              <a:avLst>
                <a:gd name="adj1" fmla="val 24379"/>
                <a:gd name="adj2" fmla="val 25000"/>
                <a:gd name="adj3" fmla="val 25000"/>
                <a:gd name="adj4" fmla="val 43750"/>
                <a:gd name="adj5" fmla="val 75000"/>
              </a:avLst>
            </a:prstGeom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" grpId="0" animBg="1"/>
      <p:bldP spid="4" grpId="0" animBg="1"/>
      <p:bldP spid="5" grpId="0" animBg="1"/>
      <p:bldP spid="6" grpId="0" animBg="1"/>
      <p:bldP spid="7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FD869AD-7BE1-DCB7-37C6-D548FF788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C65B11E-A650-ED4F-8BD5-7ED633C1B549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Scope sémantique</a:t>
            </a: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F2D6A558-41FB-5CB4-C688-745C9A50B43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ABADBE5-55DE-2D79-9804-3FF8628A1BBD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D7AF0D8F-04C9-76E9-6378-FB8C6DE92D74}"/>
              </a:ext>
            </a:extLst>
          </p:cNvPr>
          <p:cNvSpPr/>
          <p:nvPr/>
        </p:nvSpPr>
        <p:spPr>
          <a:xfrm>
            <a:off x="311700" y="3826593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644379A0-80A3-844C-65DA-56D50425AE2E}"/>
              </a:ext>
            </a:extLst>
          </p:cNvPr>
          <p:cNvSpPr txBox="1">
            <a:spLocks/>
          </p:cNvSpPr>
          <p:nvPr/>
        </p:nvSpPr>
        <p:spPr>
          <a:xfrm>
            <a:off x="539752" y="3826593"/>
            <a:ext cx="8458333" cy="997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sémantique : 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Catalogue e-commerce riche et des descriptions textuelles hétérogènes</a:t>
            </a:r>
          </a:p>
          <a:p>
            <a:pPr>
              <a:buSzPct val="100000"/>
            </a:pPr>
            <a:r>
              <a:rPr lang="fr-FR" sz="1000" dirty="0"/>
              <a:t>Très fortement orienté textile, avec une dominance du vocabulaire </a:t>
            </a:r>
            <a:r>
              <a:rPr lang="fr-FR" sz="1000" b="1" dirty="0"/>
              <a:t>matière / textile (</a:t>
            </a:r>
            <a:r>
              <a:rPr lang="fr-FR" sz="1000" dirty="0" err="1"/>
              <a:t>fabric</a:t>
            </a:r>
            <a:r>
              <a:rPr lang="fr-FR" sz="1000" dirty="0"/>
              <a:t>, nylon, </a:t>
            </a:r>
            <a:r>
              <a:rPr lang="fr-FR" sz="1000" dirty="0" err="1"/>
              <a:t>spandex</a:t>
            </a:r>
            <a:r>
              <a:rPr lang="fr-FR" sz="1000" dirty="0"/>
              <a:t>, …)</a:t>
            </a:r>
            <a:r>
              <a:rPr lang="fr-FR" sz="1000" b="1" dirty="0"/>
              <a:t> 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Forte présence des propriétés techniques et orienté sur les </a:t>
            </a:r>
            <a:r>
              <a:rPr lang="fr-FR" sz="1000" b="1" dirty="0"/>
              <a:t>performances fonctionnelles</a:t>
            </a:r>
            <a:r>
              <a:rPr lang="fr-FR" sz="1000" dirty="0"/>
              <a:t> des produits (water, </a:t>
            </a:r>
            <a:r>
              <a:rPr lang="fr-FR" sz="1000" dirty="0" err="1"/>
              <a:t>breathable</a:t>
            </a:r>
            <a:r>
              <a:rPr lang="fr-FR" sz="1000" dirty="0"/>
              <a:t>, </a:t>
            </a:r>
            <a:r>
              <a:rPr lang="fr-FR" sz="1000" dirty="0" err="1"/>
              <a:t>lightweight</a:t>
            </a:r>
            <a:r>
              <a:rPr lang="fr-FR" sz="1000" dirty="0"/>
              <a:t>, …)</a:t>
            </a:r>
          </a:p>
          <a:p>
            <a:pPr>
              <a:buSzPct val="100000"/>
            </a:pPr>
            <a:r>
              <a:rPr lang="fr-FR" sz="1000" dirty="0"/>
              <a:t>Signal fort sur la </a:t>
            </a:r>
            <a:r>
              <a:rPr lang="fr-FR" sz="1000" b="1" dirty="0"/>
              <a:t>durabilité / éco-conception </a:t>
            </a:r>
            <a:r>
              <a:rPr lang="fr-FR" sz="1000" dirty="0"/>
              <a:t>(704 occurrences)</a:t>
            </a:r>
          </a:p>
        </p:txBody>
      </p:sp>
      <p:pic>
        <p:nvPicPr>
          <p:cNvPr id="17" name="Image 16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AB82FCFA-E155-F27B-4C42-D4C780A8BF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83" b="4125"/>
          <a:stretch>
            <a:fillRect/>
          </a:stretch>
        </p:blipFill>
        <p:spPr>
          <a:xfrm>
            <a:off x="1789033" y="1004062"/>
            <a:ext cx="5679210" cy="2703157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2234531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F0297C1-3FC5-068A-A72F-A3446145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99B302E-5AD2-C890-494A-A72D95BA32D2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7029621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Clustering : comparaison des approches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6573155-45EB-2FE1-254F-CAC84A6E5F3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29032D17-2D08-F405-A4D4-528F7A6F568F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A6EC2B93-A2D3-CA30-DDDB-BDF55AA72563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2724909A-75F8-DDF0-DA23-7CEFC1D7A4E8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du Clustering : 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DBSCAN permet d’identifier des familles de </a:t>
            </a:r>
            <a:r>
              <a:rPr lang="fr-FR" sz="1000" b="1" dirty="0"/>
              <a:t>produits très homogènes</a:t>
            </a:r>
            <a:r>
              <a:rPr lang="fr-FR" sz="1000" dirty="0"/>
              <a:t>, mais laisse </a:t>
            </a:r>
            <a:r>
              <a:rPr lang="fr-FR" sz="1000" b="1" dirty="0"/>
              <a:t>une part importante </a:t>
            </a:r>
            <a:r>
              <a:rPr lang="fr-FR" sz="1000" dirty="0"/>
              <a:t>du catalogue non assignée.</a:t>
            </a:r>
          </a:p>
          <a:p>
            <a:pPr>
              <a:buSzPct val="100000"/>
            </a:pPr>
            <a:r>
              <a:rPr lang="fr-FR" sz="1000" dirty="0" err="1"/>
              <a:t>Kmeans</a:t>
            </a:r>
            <a:r>
              <a:rPr lang="fr-FR" sz="1000" dirty="0"/>
              <a:t> structure </a:t>
            </a:r>
            <a:r>
              <a:rPr lang="fr-FR" sz="1000" b="1" dirty="0"/>
              <a:t>l’ensemble du catalogue </a:t>
            </a:r>
            <a:r>
              <a:rPr lang="fr-FR" sz="1000" dirty="0"/>
              <a:t>en un nombre maîtrisé de catégories</a:t>
            </a:r>
          </a:p>
          <a:p>
            <a:pPr>
              <a:buSzPct val="100000"/>
            </a:pPr>
            <a:r>
              <a:rPr lang="fr-FR" sz="1000" b="1" dirty="0"/>
              <a:t>Choix : </a:t>
            </a:r>
            <a:r>
              <a:rPr lang="fr-FR" sz="1000" b="1" dirty="0" err="1"/>
              <a:t>KMeans</a:t>
            </a:r>
            <a:r>
              <a:rPr lang="fr-FR" sz="1000" b="1" dirty="0"/>
              <a:t> pour la recommandation</a:t>
            </a:r>
            <a:endParaRPr lang="fr-FR" sz="1000" dirty="0"/>
          </a:p>
        </p:txBody>
      </p:sp>
      <p:pic>
        <p:nvPicPr>
          <p:cNvPr id="7" name="Image 6" descr="Une image contenant texte, capture d’écran, ligne, Police&#10;&#10;Le contenu généré par l’IA peut être incorrect.">
            <a:extLst>
              <a:ext uri="{FF2B5EF4-FFF2-40B4-BE49-F238E27FC236}">
                <a16:creationId xmlns:a16="http://schemas.microsoft.com/office/drawing/2014/main" id="{3961F8B3-8C58-8A80-9838-A28EADA5D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75" y="1118210"/>
            <a:ext cx="4065311" cy="2284580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9" name="Image 8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BA03A978-7E04-54AC-2932-4E8428BD7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177" y="1123716"/>
            <a:ext cx="3922296" cy="2275067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2237202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31EE5CAB-5E77-E791-7288-1208B580A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267F928-92B1-5A14-3456-051C0B21C17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 du clustering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KMeans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751D6F63-5702-F757-9733-70CF1E65AFF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12929C40-C277-FD8F-2E00-41D22F58A8D0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4B5DC7E4-CADE-8862-03C5-FCF00FE3EA6C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F9A83525-CE74-A2A8-12BB-BA882B9AB181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</a:t>
            </a:r>
            <a:r>
              <a:rPr lang="fr-FR" sz="1000" b="1" dirty="0" err="1"/>
              <a:t>KMeans</a:t>
            </a:r>
            <a:r>
              <a:rPr lang="fr-FR" sz="1000" b="1" dirty="0"/>
              <a:t> : </a:t>
            </a:r>
            <a:endParaRPr lang="fr-FR" sz="1000" dirty="0"/>
          </a:p>
          <a:p>
            <a:pPr>
              <a:buSzPct val="100000"/>
            </a:pPr>
            <a:r>
              <a:rPr lang="fr-FR" sz="1000" b="1" dirty="0"/>
              <a:t>15 clusters globalement équilibrés</a:t>
            </a:r>
            <a:r>
              <a:rPr lang="fr-FR" sz="1000" dirty="0"/>
              <a:t>, couvrant l’ensemble du catalogue</a:t>
            </a:r>
          </a:p>
          <a:p>
            <a:pPr>
              <a:buSzPct val="100000"/>
            </a:pPr>
            <a:r>
              <a:rPr lang="fr-FR" sz="1000" b="1" dirty="0"/>
              <a:t>Clusters sémantiquement cohérents</a:t>
            </a:r>
            <a:r>
              <a:rPr lang="fr-FR" sz="1000" dirty="0"/>
              <a:t>, structurés autour des matières et des usages</a:t>
            </a:r>
          </a:p>
          <a:p>
            <a:pPr>
              <a:buSzPct val="100000"/>
            </a:pPr>
            <a:r>
              <a:rPr lang="fr-FR" sz="1000" b="1" dirty="0"/>
              <a:t>Exemples : </a:t>
            </a:r>
            <a:r>
              <a:rPr lang="fr-FR" sz="1000" dirty="0"/>
              <a:t>waterproof / </a:t>
            </a:r>
            <a:r>
              <a:rPr lang="fr-FR" sz="1000" dirty="0" err="1"/>
              <a:t>breathable</a:t>
            </a:r>
            <a:r>
              <a:rPr lang="fr-FR" sz="1000" dirty="0"/>
              <a:t>, </a:t>
            </a:r>
            <a:r>
              <a:rPr lang="fr-FR" sz="1000" dirty="0" err="1"/>
              <a:t>organic</a:t>
            </a:r>
            <a:r>
              <a:rPr lang="fr-FR" sz="1000" dirty="0"/>
              <a:t> </a:t>
            </a:r>
            <a:r>
              <a:rPr lang="fr-FR" sz="1000" dirty="0" err="1"/>
              <a:t>cotton</a:t>
            </a:r>
            <a:r>
              <a:rPr lang="fr-FR" sz="1000" dirty="0"/>
              <a:t>, …</a:t>
            </a:r>
          </a:p>
          <a:p>
            <a:pPr>
              <a:buSzPct val="100000"/>
            </a:pPr>
            <a:endParaRPr lang="fr-FR" sz="1000" dirty="0"/>
          </a:p>
        </p:txBody>
      </p:sp>
      <p:pic>
        <p:nvPicPr>
          <p:cNvPr id="7" name="Image 6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8B30D634-31C5-956B-7970-B2B8D66F6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89" y="1141086"/>
            <a:ext cx="4271411" cy="2297911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1" name="Image 10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EA8624E5-C8A3-6E67-C616-B03C894492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1065" y="1141086"/>
            <a:ext cx="4271411" cy="2297911"/>
          </a:xfrm>
          <a:prstGeom prst="rect">
            <a:avLst/>
          </a:prstGeom>
          <a:ln>
            <a:solidFill>
              <a:srgbClr val="E4E9EB"/>
            </a:solidFill>
          </a:ln>
        </p:spPr>
      </p:pic>
    </p:spTree>
    <p:extLst>
      <p:ext uri="{BB962C8B-B14F-4D97-AF65-F5344CB8AC3E}">
        <p14:creationId xmlns:p14="http://schemas.microsoft.com/office/powerpoint/2010/main" val="2603443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41AD554-DE05-1647-D97F-7CB021EE4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C5DB7B4-6C9A-40A4-4901-E7066F51B510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/>
              <a:t>Système de recommandation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C3061A83-925B-7FA3-569B-54D034E173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008CCF25-1A70-3684-072F-EA685CCCD0B9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CECA73BA-4D07-A66B-2963-EB9028EBA272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5BCB7B3C-E2D4-9147-A8A1-9DBEDF968157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Principe de fonctionnement : 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Pour un produit donné, il est recommandé d’autres produits appartenant au même cluster</a:t>
            </a:r>
          </a:p>
          <a:p>
            <a:pPr>
              <a:buSzPct val="100000"/>
            </a:pPr>
            <a:r>
              <a:rPr lang="fr-FR" sz="1000" dirty="0"/>
              <a:t>logique simple, répétable et préserve l’intégrité de la recommandation</a:t>
            </a:r>
          </a:p>
          <a:p>
            <a:pPr>
              <a:buSzPct val="100000"/>
            </a:pPr>
            <a:r>
              <a:rPr lang="fr-FR" sz="1000" dirty="0"/>
              <a:t>Saisie d’un </a:t>
            </a:r>
            <a:r>
              <a:rPr lang="fr-FR" sz="1000" b="1" dirty="0" err="1"/>
              <a:t>product</a:t>
            </a:r>
            <a:r>
              <a:rPr lang="fr-FR" sz="1000" b="1" dirty="0"/>
              <a:t> id </a:t>
            </a:r>
            <a:r>
              <a:rPr lang="fr-FR" sz="1000" dirty="0"/>
              <a:t>avec comme retour cinq recommandations associées</a:t>
            </a:r>
          </a:p>
        </p:txBody>
      </p:sp>
      <p:pic>
        <p:nvPicPr>
          <p:cNvPr id="9" name="Image 8" descr="Une image contenant texte, Police, capture d’écran, typographie&#10;&#10;Le contenu généré par l’IA peut être incorrect.">
            <a:extLst>
              <a:ext uri="{FF2B5EF4-FFF2-40B4-BE49-F238E27FC236}">
                <a16:creationId xmlns:a16="http://schemas.microsoft.com/office/drawing/2014/main" id="{2EFC7F9B-6628-2418-9EC1-230462BA84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97" y="936409"/>
            <a:ext cx="3559277" cy="699446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89A0123E-61EC-9AB4-21A5-A20F7D11ED51}"/>
              </a:ext>
            </a:extLst>
          </p:cNvPr>
          <p:cNvSpPr/>
          <p:nvPr/>
        </p:nvSpPr>
        <p:spPr>
          <a:xfrm rot="5400000">
            <a:off x="2390615" y="1648794"/>
            <a:ext cx="304800" cy="42164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" name="Image 11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D39BAF8B-6A36-D2A1-99DB-7F5543655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97" y="2075451"/>
            <a:ext cx="7643909" cy="14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138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E2A54B1-9B34-312E-5C07-529BA9534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A42C0E8-78CB-3394-7361-B9D2F0479F7C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/>
              <a:t>Topic modeling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>
            <a:extLst>
              <a:ext uri="{FF2B5EF4-FFF2-40B4-BE49-F238E27FC236}">
                <a16:creationId xmlns:a16="http://schemas.microsoft.com/office/drawing/2014/main" id="{A4628B9C-EB50-A3E4-472A-4271BF283B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>
            <a:extLst>
              <a:ext uri="{FF2B5EF4-FFF2-40B4-BE49-F238E27FC236}">
                <a16:creationId xmlns:a16="http://schemas.microsoft.com/office/drawing/2014/main" id="{4FC2AADB-0CAE-CBCC-5A37-5DE0541601A7}"/>
              </a:ext>
            </a:extLst>
          </p:cNvPr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69;p3">
            <a:extLst>
              <a:ext uri="{FF2B5EF4-FFF2-40B4-BE49-F238E27FC236}">
                <a16:creationId xmlns:a16="http://schemas.microsoft.com/office/drawing/2014/main" id="{B94360BC-E99D-6F47-F7C9-E6DD92D0E729}"/>
              </a:ext>
            </a:extLst>
          </p:cNvPr>
          <p:cNvSpPr/>
          <p:nvPr/>
        </p:nvSpPr>
        <p:spPr>
          <a:xfrm>
            <a:off x="311700" y="3696985"/>
            <a:ext cx="8686385" cy="99777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73;p3">
            <a:extLst>
              <a:ext uri="{FF2B5EF4-FFF2-40B4-BE49-F238E27FC236}">
                <a16:creationId xmlns:a16="http://schemas.microsoft.com/office/drawing/2014/main" id="{9B51A3A2-C25A-714E-2B83-6261D4C79057}"/>
              </a:ext>
            </a:extLst>
          </p:cNvPr>
          <p:cNvSpPr txBox="1">
            <a:spLocks/>
          </p:cNvSpPr>
          <p:nvPr/>
        </p:nvSpPr>
        <p:spPr>
          <a:xfrm>
            <a:off x="539752" y="3696985"/>
            <a:ext cx="8458333" cy="87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SzPct val="100000"/>
              <a:buNone/>
            </a:pPr>
            <a:r>
              <a:rPr lang="fr-FR" sz="1000" b="1" dirty="0"/>
              <a:t>Analyse LSA : </a:t>
            </a:r>
            <a:endParaRPr lang="fr-FR" sz="1000" dirty="0"/>
          </a:p>
          <a:p>
            <a:pPr>
              <a:buSzPct val="100000"/>
            </a:pPr>
            <a:r>
              <a:rPr lang="fr-FR" sz="1000" dirty="0"/>
              <a:t>LSA permet à un produit d’être associé à plusieurs thèmes</a:t>
            </a:r>
          </a:p>
          <a:p>
            <a:pPr>
              <a:buSzPct val="100000"/>
            </a:pPr>
            <a:r>
              <a:rPr lang="fr-FR" sz="1000" b="1" dirty="0"/>
              <a:t>Topic(s) dominants : </a:t>
            </a:r>
            <a:r>
              <a:rPr lang="fr-FR" sz="1000" dirty="0"/>
              <a:t>Identifier des dimensions transverses (matières + vocabulaire très générique)</a:t>
            </a:r>
          </a:p>
          <a:p>
            <a:pPr>
              <a:buSzPct val="100000"/>
            </a:pPr>
            <a:r>
              <a:rPr lang="fr-FR" sz="1000" b="1" dirty="0"/>
              <a:t>Topics minoritaires : </a:t>
            </a:r>
            <a:r>
              <a:rPr lang="fr-FR" sz="1000" dirty="0"/>
              <a:t>Identifier les thématiques plus spécifiques (thèmes de “niche” qui pourraient devenir des </a:t>
            </a:r>
            <a:r>
              <a:rPr lang="fr-FR" sz="1000" b="1" dirty="0"/>
              <a:t>filtres / tags</a:t>
            </a:r>
            <a:r>
              <a:rPr lang="fr-FR" sz="1000" dirty="0"/>
              <a:t>)</a:t>
            </a:r>
          </a:p>
        </p:txBody>
      </p:sp>
      <p:pic>
        <p:nvPicPr>
          <p:cNvPr id="11" name="Image 10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71425854-1CA9-FB70-F8D8-3FAAB428B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85" y="1133670"/>
            <a:ext cx="4455130" cy="2061650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3" name="Image 12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40E7CB73-8196-429E-E030-8D411646B0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204" y="403309"/>
            <a:ext cx="2897796" cy="1558941"/>
          </a:xfrm>
          <a:prstGeom prst="rect">
            <a:avLst/>
          </a:prstGeom>
          <a:ln>
            <a:solidFill>
              <a:srgbClr val="E4E9EB"/>
            </a:solidFill>
          </a:ln>
        </p:spPr>
      </p:pic>
      <p:pic>
        <p:nvPicPr>
          <p:cNvPr id="15" name="Image 14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6179B48F-2A37-1435-8D5D-C39E8F1AF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204" y="2050147"/>
            <a:ext cx="2897795" cy="1558940"/>
          </a:xfrm>
          <a:prstGeom prst="rect">
            <a:avLst/>
          </a:prstGeom>
          <a:ln>
            <a:solidFill>
              <a:srgbClr val="E4E9EB"/>
            </a:solidFill>
          </a:ln>
        </p:spPr>
      </p:pic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6C991352-BCB8-9706-E0DD-467678EC8725}"/>
              </a:ext>
            </a:extLst>
          </p:cNvPr>
          <p:cNvSpPr/>
          <p:nvPr/>
        </p:nvSpPr>
        <p:spPr>
          <a:xfrm>
            <a:off x="4963909" y="1769979"/>
            <a:ext cx="304800" cy="42164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34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393116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pour votre attention</a:t>
            </a:r>
            <a:b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6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</a:t>
            </a:r>
            <a:r>
              <a:rPr lang="fr" sz="36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questions ?</a:t>
            </a:r>
            <a:endParaRPr sz="36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1821</TotalTime>
  <Words>493</Words>
  <Application>Microsoft Office PowerPoint</Application>
  <PresentationFormat>Affichage à l'écran (16:9)</PresentationFormat>
  <Paragraphs>71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Inter Medium</vt:lpstr>
      <vt:lpstr>Arial</vt:lpstr>
      <vt:lpstr>Inter SemiBold</vt:lpstr>
      <vt:lpstr>Simple Light</vt:lpstr>
      <vt:lpstr>1_Simple Light</vt:lpstr>
      <vt:lpstr>The North Face ecommerce </vt:lpstr>
      <vt:lpstr>Contexte et enjeu</vt:lpstr>
      <vt:lpstr>Méthodologie du projet</vt:lpstr>
      <vt:lpstr>Scope sémantique</vt:lpstr>
      <vt:lpstr>Clustering : comparaison des approches</vt:lpstr>
      <vt:lpstr>Résultats du clustering KMeans</vt:lpstr>
      <vt:lpstr>Système de recommandation</vt:lpstr>
      <vt:lpstr>Topic modeling</vt:lpstr>
      <vt:lpstr>Merci pour votre attention 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Jean-Yves Vuillequez</dc:creator>
  <cp:lastModifiedBy>Jean-Yves Vuillequez</cp:lastModifiedBy>
  <cp:revision>237</cp:revision>
  <dcterms:modified xsi:type="dcterms:W3CDTF">2026-02-11T16:34:05Z</dcterms:modified>
</cp:coreProperties>
</file>